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71" r:id="rId8"/>
    <p:sldId id="272" r:id="rId9"/>
    <p:sldId id="273" r:id="rId10"/>
    <p:sldId id="263" r:id="rId11"/>
    <p:sldId id="264" r:id="rId12"/>
    <p:sldId id="268" r:id="rId13"/>
    <p:sldId id="267" r:id="rId14"/>
    <p:sldId id="266" r:id="rId15"/>
    <p:sldId id="269" r:id="rId16"/>
    <p:sldId id="270" r:id="rId17"/>
    <p:sldId id="274" r:id="rId18"/>
    <p:sldId id="275" r:id="rId19"/>
    <p:sldId id="276" r:id="rId20"/>
    <p:sldId id="277" r:id="rId21"/>
    <p:sldId id="278" r:id="rId22"/>
    <p:sldId id="280" r:id="rId23"/>
    <p:sldId id="279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38" autoAdjust="0"/>
    <p:restoredTop sz="94660"/>
  </p:normalViewPr>
  <p:slideViewPr>
    <p:cSldViewPr snapToGrid="0">
      <p:cViewPr>
        <p:scale>
          <a:sx n="69" d="100"/>
          <a:sy n="69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LinkedList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Lab 3 </a:t>
            </a:r>
            <a:r>
              <a:rPr lang="en-US" dirty="0" smtClean="0"/>
              <a:t>&amp; </a:t>
            </a:r>
            <a:r>
              <a:rPr lang="en-US" smtClean="0"/>
              <a:t>Lab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143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LinkedList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184" y="1697287"/>
            <a:ext cx="536257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398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LinkedList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7790" y="2036128"/>
            <a:ext cx="6419034" cy="262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23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9250" y="2490583"/>
            <a:ext cx="1220921" cy="101087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4076523" y="3733839"/>
            <a:ext cx="1031966" cy="404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6270171" y="3704751"/>
            <a:ext cx="476338" cy="463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08473" y="419125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08340" y="4191255"/>
            <a:ext cx="2600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Address of next Node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Linkedlist</a:t>
            </a:r>
            <a:r>
              <a:rPr lang="en-US" dirty="0" smtClean="0"/>
              <a:t> Node Creation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9250" y="2490583"/>
            <a:ext cx="1220921" cy="101087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4076523" y="3733839"/>
            <a:ext cx="1031966" cy="404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6270171" y="3704751"/>
            <a:ext cx="476338" cy="463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08473" y="419125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08340" y="4191255"/>
            <a:ext cx="2600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Address of next Node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297577" y="249058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struct</a:t>
            </a:r>
            <a:r>
              <a:rPr lang="en-US" dirty="0"/>
              <a:t> Node </a:t>
            </a:r>
            <a:r>
              <a:rPr lang="en-US" dirty="0" smtClean="0"/>
              <a:t>{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data;</a:t>
            </a:r>
          </a:p>
          <a:p>
            <a:r>
              <a:rPr lang="en-US" dirty="0"/>
              <a:t>    Node* next;</a:t>
            </a:r>
          </a:p>
          <a:p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266780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Operations of a </a:t>
            </a:r>
            <a:r>
              <a:rPr lang="en-US" dirty="0" err="1" smtClean="0"/>
              <a:t>linkedList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 smtClean="0"/>
              <a:t>Insertion 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Deletion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Display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Search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671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6876" y="1457665"/>
            <a:ext cx="677227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74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850" y="2074136"/>
            <a:ext cx="6296025" cy="35718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62549" y="4598126"/>
            <a:ext cx="2024742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35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3123" y="2052638"/>
            <a:ext cx="5707529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226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LinkedList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US" dirty="0" smtClean="0"/>
              <a:t>Singly LinkedList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Doubly LinkedList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Circular LinkedList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288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Doubly LinkedList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Doubly LinkedList,  it contains the address of </a:t>
            </a:r>
            <a:r>
              <a:rPr lang="en-US" dirty="0" err="1" smtClean="0"/>
              <a:t>prev</a:t>
            </a:r>
            <a:r>
              <a:rPr lang="en-US" dirty="0" smtClean="0"/>
              <a:t> and next Nodes.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582" y="2972072"/>
            <a:ext cx="304800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609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 LinkedList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1231" y="2301581"/>
            <a:ext cx="6029325" cy="876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901" y="3953283"/>
            <a:ext cx="2764591" cy="230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665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element at the beginning of Doubly </a:t>
            </a:r>
            <a:r>
              <a:rPr lang="en-US" dirty="0" smtClean="0"/>
              <a:t>LinkedList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04293" y="2022439"/>
            <a:ext cx="8946541" cy="419548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199" y="2291903"/>
            <a:ext cx="50101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an element at any end in doubly </a:t>
            </a:r>
            <a:r>
              <a:rPr lang="en-US" dirty="0" err="1" smtClean="0"/>
              <a:t>Linkedlist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197" y="2052918"/>
            <a:ext cx="4950701" cy="407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04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Complexities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O(n)-</a:t>
            </a:r>
            <a:r>
              <a:rPr lang="en-US" dirty="0" smtClean="0">
                <a:sym typeface="Wingdings" panose="05000000000000000000" pitchFamily="2" charset="2"/>
              </a:rPr>
              <a:t> Worst Case</a:t>
            </a:r>
          </a:p>
          <a:p>
            <a:r>
              <a:rPr lang="el-GR" dirty="0"/>
              <a:t>Ω(</a:t>
            </a:r>
            <a:r>
              <a:rPr lang="en-US" dirty="0"/>
              <a:t>n</a:t>
            </a:r>
            <a:r>
              <a:rPr lang="en-US" dirty="0" smtClean="0"/>
              <a:t>) </a:t>
            </a:r>
            <a:r>
              <a:rPr lang="en-US" dirty="0" smtClean="0">
                <a:sym typeface="Wingdings" panose="05000000000000000000" pitchFamily="2" charset="2"/>
              </a:rPr>
              <a:t> Best Case</a:t>
            </a:r>
          </a:p>
          <a:p>
            <a:r>
              <a:rPr lang="el-GR" dirty="0"/>
              <a:t>Θ(</a:t>
            </a:r>
            <a:r>
              <a:rPr lang="en-US" dirty="0"/>
              <a:t>n</a:t>
            </a:r>
            <a:r>
              <a:rPr lang="en-US" dirty="0" smtClean="0"/>
              <a:t>)-&gt; Average case</a:t>
            </a:r>
            <a:endParaRPr lang="en-US" dirty="0" smtClean="0"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671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Complexities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0415" y="2052638"/>
            <a:ext cx="5912946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405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Stack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Data Structures and algorithms Lab 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80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- LIFO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Stacks works in such a way that it has LIFO</a:t>
            </a:r>
          </a:p>
          <a:p>
            <a:r>
              <a:rPr lang="en-US" dirty="0" smtClean="0"/>
              <a:t>Last in first out. </a:t>
            </a:r>
          </a:p>
          <a:p>
            <a:r>
              <a:rPr lang="en-US" dirty="0" smtClean="0"/>
              <a:t>The Stack pointer will always point at the top of Stack</a:t>
            </a:r>
          </a:p>
          <a:p>
            <a:r>
              <a:rPr lang="en-US" dirty="0" smtClean="0"/>
              <a:t>Push Operation - &gt; To add item to top of stack.</a:t>
            </a:r>
          </a:p>
          <a:p>
            <a:r>
              <a:rPr lang="en-US" dirty="0" smtClean="0"/>
              <a:t>Pop Operation - &gt; To Remove item from top of stack.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665" y="2590799"/>
            <a:ext cx="3469681" cy="213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00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 smtClean="0"/>
              <a:t>Stack Implementation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4060969" y="2971800"/>
            <a:ext cx="871249" cy="133003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7569920" y="2895600"/>
            <a:ext cx="728953" cy="140623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98618" y="430183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Using Array list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569920" y="430183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Using Linked 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96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of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PUSH</a:t>
            </a:r>
          </a:p>
          <a:p>
            <a:r>
              <a:rPr lang="en-US" dirty="0" smtClean="0"/>
              <a:t>Step 1: First Check whether or not the stack is full.</a:t>
            </a:r>
          </a:p>
          <a:p>
            <a:r>
              <a:rPr lang="en-US" dirty="0" smtClean="0"/>
              <a:t>Step 2: If Stack is full, then exit.</a:t>
            </a:r>
          </a:p>
          <a:p>
            <a:r>
              <a:rPr lang="en-US" dirty="0" smtClean="0"/>
              <a:t>Step 3: If stack is not full, increment the top pointer by one.</a:t>
            </a:r>
          </a:p>
          <a:p>
            <a:r>
              <a:rPr lang="en-US" dirty="0" smtClean="0"/>
              <a:t>Step 4: insert the element where the top pointer is pointing.</a:t>
            </a:r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19021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of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POP</a:t>
            </a:r>
          </a:p>
          <a:p>
            <a:r>
              <a:rPr lang="en-US" dirty="0" smtClean="0"/>
              <a:t>Step 1 : First, Check whether or not the stack is empty </a:t>
            </a:r>
            <a:r>
              <a:rPr lang="en-US" dirty="0" smtClean="0">
                <a:sym typeface="Wingdings" panose="05000000000000000000" pitchFamily="2" charset="2"/>
              </a:rPr>
              <a:t> Is empty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Step 2: it stack is empty, then exit.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Step 3: if stack is not empty, remove the topmost element.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Step 4: Decrement top pointer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54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using </a:t>
            </a:r>
            <a:r>
              <a:rPr lang="en-US" dirty="0" smtClean="0"/>
              <a:t>LinkedList</a:t>
            </a:r>
            <a:r>
              <a:rPr lang="en-US" dirty="0" smtClean="0"/>
              <a:t> </a:t>
            </a:r>
            <a:r>
              <a:rPr lang="en-US" dirty="0" smtClean="0"/>
              <a:t>lists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378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	</a:t>
            </a:r>
            <a:r>
              <a:rPr lang="en-US" dirty="0" err="1" smtClean="0"/>
              <a:t>ack</a:t>
            </a:r>
            <a:r>
              <a:rPr lang="en-US" dirty="0" smtClean="0"/>
              <a:t> using </a:t>
            </a:r>
            <a:r>
              <a:rPr lang="en-US" dirty="0" err="1" smtClean="0"/>
              <a:t>Linkedlist</a:t>
            </a:r>
            <a:r>
              <a:rPr lang="en-US" dirty="0" smtClean="0"/>
              <a:t> vs Array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4416" y="2955492"/>
            <a:ext cx="4665662" cy="246117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071" y="1867977"/>
            <a:ext cx="3352183" cy="465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41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501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405</TotalTime>
  <Words>295</Words>
  <Application>Microsoft Office PowerPoint</Application>
  <PresentationFormat>Widescreen</PresentationFormat>
  <Paragraphs>62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Century Gothic</vt:lpstr>
      <vt:lpstr>Wingdings</vt:lpstr>
      <vt:lpstr>Wingdings 3</vt:lpstr>
      <vt:lpstr>Ion</vt:lpstr>
      <vt:lpstr>LinkedList</vt:lpstr>
      <vt:lpstr>LinkedList</vt:lpstr>
      <vt:lpstr>Characteristics of LinkedList</vt:lpstr>
      <vt:lpstr>Nodes</vt:lpstr>
      <vt:lpstr>Linkedlist Node Creation </vt:lpstr>
      <vt:lpstr>Basic Operations of a linkedList</vt:lpstr>
      <vt:lpstr>Insertion</vt:lpstr>
      <vt:lpstr>PowerPoint Presentation</vt:lpstr>
      <vt:lpstr>Implementation</vt:lpstr>
      <vt:lpstr>Types of LinkedList</vt:lpstr>
      <vt:lpstr>Doubly LinkedList</vt:lpstr>
      <vt:lpstr>Doubly LinkedList</vt:lpstr>
      <vt:lpstr>Inserting element at the beginning of Doubly LinkedList</vt:lpstr>
      <vt:lpstr>Adding an element at any end in doubly Linkedlist</vt:lpstr>
      <vt:lpstr>Time Complexities</vt:lpstr>
      <vt:lpstr>Time Complexities </vt:lpstr>
      <vt:lpstr>Stack </vt:lpstr>
      <vt:lpstr>Stack - LIFO</vt:lpstr>
      <vt:lpstr>Stack implementation</vt:lpstr>
      <vt:lpstr>Operations of Stack</vt:lpstr>
      <vt:lpstr>Operations of Stack</vt:lpstr>
      <vt:lpstr>Stack using LinkedList lists</vt:lpstr>
      <vt:lpstr>St ack using Linkedlist vs Array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LinkedList</dc:title>
  <dc:creator>Ehsan</dc:creator>
  <cp:lastModifiedBy>Ehsan</cp:lastModifiedBy>
  <cp:revision>27</cp:revision>
  <dcterms:created xsi:type="dcterms:W3CDTF">2025-11-04T04:44:29Z</dcterms:created>
  <dcterms:modified xsi:type="dcterms:W3CDTF">2025-11-23T12:04:04Z</dcterms:modified>
</cp:coreProperties>
</file>